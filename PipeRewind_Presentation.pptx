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PipeRewind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06B6D4"/>
                </a:solidFill>
                <a:latin typeface="Calibri"/>
              </a:defRPr>
            </a:pPr>
            <a:r>
              <a:t>A Time-Travel Debugger for UNIX Shell Pipelines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4747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Luiz Takahashi  &amp;  Ehzoc Chavez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Washington State University  •  Systems Programming  • 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  <a:r>
              <a:t>github.com/balloonjazz/Pipe-Rewind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83464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Part 1: Elevator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Project Goals  •  Course Themes  •  Architecture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The Problem: Pipelines Are Opaque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When a UNIX pipeline fails, you only see the final output.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06B6D4"/>
                </a:solidFill>
                <a:latin typeface="Calibri"/>
              </a:defRPr>
            </a:pPr>
            <a:r>
              <a:t>$ cat log.txt | grep ERROR | sort | uniq -c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97316"/>
                </a:solidFill>
                <a:latin typeface="Calibri"/>
              </a:defRPr>
            </a:pPr>
            <a:r>
              <a:t>(nothing)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Where did the data disappear?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Was the file empty?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Did grep filter everything?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Did sort crash?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Traditional workarounds: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tee — requires modifying the pipeline manually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strace — drowns you in thousands of syscalls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printf debugging — destroys pipeline transparency</a:t>
            </a:r>
          </a:p>
        </p:txBody>
      </p:sp>
      <p:pic>
        <p:nvPicPr>
          <p:cNvPr id="5" name="Picture 4" descr="pipeline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The Solution: PipeRewind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PipeRewind sits between every pair of commands, recording every byte with precise timestamps.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06B6D4"/>
                </a:solidFill>
                <a:latin typeface="Calibri"/>
              </a:defRPr>
            </a:pPr>
            <a:r>
              <a:t>Fully transparent — same output, zero code changes.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Record → Replay → Understand.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Captures DATA_IN, DATA_OUT, PROC_START, PROC_EXIT events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Nanosecond timestamps via CLOCK_MONOTONIC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Binary .prt trace format with random-access index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Interactive ncurses TUI replay with time-scrubbing</a:t>
            </a:r>
          </a:p>
        </p:txBody>
      </p:sp>
      <p:pic>
        <p:nvPicPr>
          <p:cNvPr id="5" name="Picture 4" descr="piperewind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Systems Programming Themes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474720" cy="22860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Process Control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fork() / execvp() to spawn stages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waitpid() for lifecycle management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SIGCHLD handling and exit 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pipeline.c  •  capture.c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280160"/>
            <a:ext cx="3474720" cy="22860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Event-Driven Concurrency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epoll_create / epoll_ctl / epoll_wait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Non-blocking O_NONBLOCK file descriptors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Single-threaded multiplexing of N pipes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capture.c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80160"/>
            <a:ext cx="3474720" cy="22860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System-Level I/O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Raw read() / write() on kernel pipes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dup2() for stdin/stdout redirection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fwrite() / fseek() for binary trace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capture.c  •  trace.c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3474720" cy="22860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Process Scheduling Observation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/proc/[pid]/status polling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Detect Running / Sleeping / Blocked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Real-time state displayed in TUI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procstate.c  •  tui.c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POSIX Threading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pthread_create for live-mode capture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Shared trace file between threads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fflush() synchronization strategy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715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tui.c (tui_run_live)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840480"/>
            <a:ext cx="3474720" cy="22860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776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Binary File Formats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Custom .prt header/event/index layout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Random-access via terminal index table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Dynamic index reallocation for live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5715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trace.h  •  trace.c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cess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~2,900 lines of C99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7 source files, each with a single responsibility: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main.c — CLI dispatcher (record/replay/live/dump)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pipeline.c — State-machine command parser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capture.c — epoll capture engine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trace.c — Binary trace reader/writer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tui.c — ncurses interactive viewer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diff.c — LCS-based side-by-side diff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procstate.c — /proc state monitor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Dependencies: GCC, Linux epoll, ncurses, pthreads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83464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Part 2: Design Choices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Key Decisions  •  Trade-offs  •  Limitations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Key Design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394960" cy="237744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Why epoll instead of select/poll?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O(1) readiness notification vs O(N) scanning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Scales to arbitrary pipeline depth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Native Linux kernel support, zero dependencies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Edge-triggered mode avoids redundant wakeups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capture.c:  epoll_ctl(EPOLLIN)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94960" cy="237744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Why a custom binary format instead of JSON/text?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Variable-length events need byte-level control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Index table enables O(1) random access via fseek()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10-100x smaller files than equivalent text logs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Live append + reader refresh with no parsing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46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trace.h:  TraceEvent / IndexEntry structs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394960" cy="237744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Why parent-process interposition?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No ptrace/LD_PRELOAD — no privilege escalation needed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Transparent: child processes are unmodified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Parent controls pipe topology with dup2()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Clean signal handling and waitpid() from one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capture.c:  fork/exec/dup2 orchestration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394960" cy="237744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Why a sliding window in the TUI?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100K+ event traces would exhaust RAM if fully loaded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Window of 20K events keeps memory under ~16 MB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Dynamic load/free on navigation boundaries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Index table makes any window position O(1) to 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tui.c:  tui_load_window()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Trade-offs &amp; Known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B6D4"/>
                </a:solidFill>
                <a:latin typeface="Calibri"/>
              </a:defRPr>
            </a:pPr>
            <a:r>
              <a:t>Trade-offs We Made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Single-threaded capture engine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Pro: No locking, no race conditions, simpler code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97316"/>
                </a:solidFill>
                <a:latin typeface="Calibri"/>
              </a:defRPr>
            </a:pPr>
            <a:r>
              <a:t>Con: CPU-bound stages could starve the epoll loop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fflush() for live synchronization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Pro: Simple, no mutexes needed between writer/reader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97316"/>
                </a:solidFill>
                <a:latin typeface="Calibri"/>
              </a:defRPr>
            </a:pPr>
            <a:r>
              <a:t>Con: Slight I/O overhead from frequent disk flushes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In-process shell parsing versus calling /bin/sh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Pro: Full control, handles quotes/escapes precisely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97316"/>
                </a:solidFill>
                <a:latin typeface="Calibri"/>
              </a:defRPr>
            </a:pPr>
            <a:r>
              <a:t>Con: No support for redirections, subshells, or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  <a:latin typeface="Calibri"/>
              </a:defRPr>
            </a:pPr>
            <a:r>
              <a:t>Known Limitations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Linux-only (epoll, /proc are Linux-specific APIs)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No stderr capture — only stdout/stdin pipes are traced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Shell features like $VAR, &amp;&amp;, ||, &gt;file not supported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No persistent bookmarks or annotations in trace files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TUI requires real terminal (no SSH without pty allocation)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Future work: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stderr interception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Trace merging for distributed pipelines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• Compressed .prt format (zlib)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83464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Part 3: Feature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Build  •  Record  •  Dump  •  Replay TUI  •  Diff  •  Live Mode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1: Building &amp; Running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Build (one command):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06B6D4"/>
                </a:solidFill>
                <a:latin typeface="Calibri"/>
              </a:defRPr>
            </a:pPr>
            <a:r>
              <a:t>$ make clean &amp;&amp; make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  <a:r>
              <a:t>This compiles 7 source files → one piperewind binary.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Makefile links: -lncurses -lpthread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FFFFFF"/>
                </a:solidFill>
                <a:latin typeface="Calibri"/>
              </a:defRPr>
            </a:pPr>
            <a:r>
              <a:t>Run the automated test suite: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06B6D4"/>
                </a:solidFill>
                <a:latin typeface="Calibri"/>
              </a:defRPr>
            </a:pPr>
            <a:r>
              <a:t>$ make test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  <a:r>
              <a:t>Tests 5 different pipeline configurations: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2-stage (echo | cat)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3-stage (echo | sort | head)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4-stage (echo | sort | uniq -c | sort -rn)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Single-quoted arguments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Double-quoted arguments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2: Recording 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$ ./piperewind record -v "echo -e 'banana\napple\ncherry' | sort | head -2"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900" b="1">
                <a:solidFill>
                  <a:srgbClr val="FFFFFF"/>
                </a:solidFill>
                <a:latin typeface="Calibri"/>
              </a:defRPr>
            </a:pPr>
            <a:r>
              <a:t>What happens under the hood: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3383280" cy="36576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1. Parse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State-machine tokenizer splits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the command string at pipes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Handles 'single' and "double"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quote escaping correctly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pipeline.c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2651760"/>
            <a:ext cx="3383280" cy="36576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2. Launch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fork() each stage as child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dup2() redirects stdin/stdout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to interposed capture pipes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execvp() replaces child 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capture.c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651760"/>
            <a:ext cx="3383280" cy="3657600"/>
          </a:xfrm>
          <a:prstGeom prst="roundRect">
            <a:avLst/>
          </a:prstGeom>
          <a:solidFill>
            <a:srgbClr val="1A223A"/>
          </a:solidFill>
          <a:ln w="12700">
            <a:solidFill>
              <a:srgbClr val="33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2788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3. Capture &amp; Write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epoll_wait() multiplexes all fds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read() data, timestamp it,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write DATA_OUT + DATA_IN events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• Forward bytes to next stage stdin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589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capture.c → trace.c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3: Inspecting a Trace (dump)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$ ./piperewind dump trace.prt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=== PipeRewind Trace: trace.prt ===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Stages: 3   Events: 14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Stage 0 [pid 9213]: echo -e 'banana\napple\ncherry'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Stage 1 [pid 9214]: sort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  Stage 2 [pid 9215]: head -2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FFFFFF"/>
                </a:solidFill>
                <a:latin typeface="Calibri"/>
              </a:defRPr>
            </a:pPr>
            <a:r>
              <a:t>--- Events ---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[  0.07 ms] stage 0  PROC_START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6B6D4"/>
                </a:solidFill>
                <a:latin typeface="Calibri"/>
              </a:defRPr>
            </a:pPr>
            <a:r>
              <a:t>[  1.54 ms] stage 0  DATA_OUT  20 bytes  "banana\napple\ncherry\n"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[  1.61 ms] stage 1  DATA_IN   20 bytes  "banana\napple\ncherry\n"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6B6D4"/>
                </a:solidFill>
                <a:latin typeface="Calibri"/>
              </a:defRPr>
            </a:pPr>
            <a:r>
              <a:t>[  2.44 ms] stage 1  DATA_OUT  20 bytes  "apple\nbanana\ncherry\n"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[  2.50 ms] stage 2  DATA_IN   20 bytes  "apple\nbanana\ncherry\n"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6B6D4"/>
                </a:solidFill>
                <a:latin typeface="Calibri"/>
              </a:defRPr>
            </a:pPr>
            <a:r>
              <a:t>[  2.58 ms] stage 2  DATA_OUT  13 bytes  "apple\nbanana\n"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[  2.80 ms] stage 2  PROC_EXIT exit_code=0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Every byte accounted for. Every timestamp recorded.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4: Interactive Replay TUI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i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$ ./piperewind replay trace.prt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Full-screen ncurses interface: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Header — file name, stage count, event count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Timeline — progress bar with elapsed time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Stages — color-coded status per process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Data panel — raw payload at current time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Navigation: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j/k — step forward/backward by one event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J/K — jump by 10 events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Home/End — jump to first/last event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↑/↓ — select pipeline stage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d — toggle diff view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f — toggle follow mode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h — toggle hex dump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5: Side-by-Side Diff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Press 'd' in the TUI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Compares DATA_OUT of Stage N with DATA_IN of Stage N+1.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Uses Longest Common Subsequence (LCS) algorithm: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Same logic as git diff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O(n·m) dynamic programming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Lines highlighted: green = added, red = removed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Why this matters: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Instantly see how each stage transforms data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Pinpoint exactly where corruption occurs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No manual copy-paste between temp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Example: sort stage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94A3B8"/>
                </a:solidFill>
                <a:latin typeface="Calibri"/>
              </a:defRPr>
            </a:pPr>
            <a:r>
              <a:t>Stage 0 output:     Stage 1 output: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F97316"/>
                </a:solidFill>
                <a:latin typeface="Calibri"/>
              </a:defRPr>
            </a:pPr>
            <a:r>
              <a:t>  banana               apple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06B6D4"/>
                </a:solidFill>
                <a:latin typeface="Calibri"/>
              </a:defRPr>
            </a:pPr>
            <a:r>
              <a:t>  apple                banana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  <a:r>
              <a:t>  cherry               cherry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Lines are reordered — sort did its job.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FFFFFF"/>
                </a:solidFill>
                <a:latin typeface="Calibri"/>
              </a:defRPr>
            </a:pPr>
            <a:r>
              <a:t>If sort had mangled data, you'd see it instantly.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6: The epoll Capture Loop (Deep Dive)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ol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94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One loop handles all N stages: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1. epoll_wait() blocks until any pipe has data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2. Lookup: which stage does this fd belong to?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3. read() into 64KB buffer (CAPTURE_BUF_SIZE)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4. Record DATA_OUT event for stage i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5. Record DATA_IN event for stage i+1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6. write() to forward pipe → stage i+1 stdin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7. If read() returns 0: PIPE_EOF, close fd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06B6D4"/>
                </a:solidFill>
                <a:latin typeface="Calibri"/>
              </a:defRPr>
            </a:pPr>
            <a:r>
              <a:t>Performance: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O(1) per event — no scanning of all fds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64KB buffer matches kernel pipe capacity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Zero-copy forwarding, minimal latency overhead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7: Process State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does PipeRewind know if a process is blocked?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0">
                <a:solidFill>
                  <a:srgbClr val="06B6D4"/>
                </a:solidFill>
                <a:latin typeface="Calibri"/>
              </a:defRPr>
            </a:pPr>
            <a:r>
              <a:t>It reads the /proc/[pid]/status pseudo-file.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06B6D4"/>
                </a:solidFill>
                <a:latin typeface="Calibri"/>
              </a:defRPr>
            </a:pPr>
            <a:r>
              <a:t>$ cat /proc/12345/status | grep State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  <a:r>
              <a:t>State:    S (sleeping)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0">
                <a:solidFill>
                  <a:srgbClr val="FFFFFF"/>
                </a:solidFill>
                <a:latin typeface="Calibri"/>
              </a:defRPr>
            </a:pPr>
            <a:r>
              <a:t>The kernel exposes real-time scheduler state through /proc: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R = Running / Runnable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S = Sleeping (waiting for I/O or signal)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D = Disk sleep (uninterruptible, blocked on I/O)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• Z = Zombie (exited but not yet reaped)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FFFFFF"/>
                </a:solidFill>
                <a:latin typeface="Calibri"/>
              </a:defRPr>
            </a:pPr>
            <a:r>
              <a:t>TUI color coding: green = Running, yellow = Sleeping, red = Exited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This immediately reveals bottleneck stages in the pipeline.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8: Sliding Window Cache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ing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30352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887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  <a:latin typeface="Calibri"/>
              </a:defRPr>
            </a:pPr>
            <a:r>
              <a:t>Problem: Huge traces crash the TUI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A 100K-event trace with payloads could be 200+ MB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CBD5E1"/>
                </a:solidFill>
                <a:latin typeface="Calibri"/>
              </a:defRPr>
            </a:pPr>
            <a:r>
              <a:t>Loading everything into RAM is not viable.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Solution: Sliding window of 20,000 events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tui_load_window(ts, center_idx) loads a chunk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Payloads are calloc/free'd dynamically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When user navigates near edge: free old, load new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Index table gives O(1) fseek() to any event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06B6D4"/>
                </a:solidFill>
                <a:latin typeface="Calibri"/>
              </a:defRPr>
            </a:pPr>
            <a:r>
              <a:t>Result: ~16 MB max regardless of trace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9: Live-Attach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Calibri"/>
              </a:defRPr>
            </a:pPr>
            <a:r>
              <a:t>$ ./piperewind live "tail -f log | grep ERROR"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FFFFFF"/>
                </a:solidFill>
                <a:latin typeface="Calibri"/>
              </a:defRPr>
            </a:pPr>
            <a:r>
              <a:t>Records and displays simultaneously.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Architecture: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Background pthread runs capture_run()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Main thread runs the ncurses TUI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Shared: trace.prt file on disk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Synchronization: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Writer calls fflush() after every event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Reader calls trace_reader_refresh() in the getch() loop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• halfdelay(1) gives 100ms non-blocking input timeout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Follow mode (press 'f'):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Automatically scrolls to the latest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Thread model: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┌─────────────────┐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06B6D4"/>
                </a:solidFill>
                <a:latin typeface="Calibri"/>
              </a:defRPr>
            </a:pPr>
            <a:r>
              <a:t>│   Main Thread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│  ncurses TUI 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│  getch() loop 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│  refresh reader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└────────┬────────┘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CBD5E1"/>
                </a:solidFill>
                <a:latin typeface="Calibri"/>
              </a:defRPr>
            </a:pPr>
            <a:r>
              <a:t>         │ shared trace.prt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┌────────┴────────┐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F97316"/>
                </a:solidFill>
                <a:latin typeface="Calibri"/>
              </a:defRPr>
            </a:pPr>
            <a:r>
              <a:t>│ Background pthread│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│  capture_run()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│  epoll → write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│  fflush() sync  │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94A3B8"/>
                </a:solidFill>
                <a:latin typeface="Calibri"/>
              </a:defRPr>
            </a:pPr>
            <a:r>
              <a:t>└─────────────────┘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2D3EE"/>
                </a:solidFill>
                <a:latin typeface="Calibri"/>
              </a:defRPr>
            </a:pPr>
            <a:r>
              <a:t>Feature 10: Binary Trace File Format (.prt)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On-disk layout optimized for random access: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06B6D4"/>
                </a:solidFill>
                <a:latin typeface="Calibri"/>
              </a:defRPr>
            </a:pPr>
            <a:r>
              <a:t>│  FileHeader (magic 0x50525400, version, num_stages) │   Fixed 32 bytes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├──────────────────────────────────────────────────────┤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│  StageHeader × N  (command, pid, per-stage meta)    │   N × 280 bytes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├──────────────────────────────────────────────────────┤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06B6D4"/>
                </a:solidFill>
                <a:latin typeface="Calibri"/>
              </a:defRPr>
            </a:pPr>
            <a:r>
              <a:t>│  Event₀  Event₁  Event₂  ...  EventK               │   Variable-length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│  (each: 24-byte header + payload bytes)             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├──────────────────────────────────────────────────────┤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06B6D4"/>
                </a:solidFill>
                <a:latin typeface="Calibri"/>
              </a:defRPr>
            </a:pPr>
            <a:r>
              <a:t>│  IndexEntry₀  IndexEntry₁  ...  IndexEntryK        │   K × 16 bytes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CBD5E1"/>
                </a:solidFill>
                <a:latin typeface="Calibri"/>
              </a:defRPr>
            </a:pPr>
            <a:r>
              <a:t>│  (timestamp_ns, file_offset → fseek() target)      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94A3B8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└──────────────────────────────────────────────────────┘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700" b="1">
                <a:solidFill>
                  <a:srgbClr val="FFFFFF"/>
                </a:solidFill>
                <a:latin typeface="Calibri"/>
              </a:defRPr>
            </a:pPr>
            <a:r>
              <a:t>Index table = O(1) random access. No sequential parsing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83464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Building  •  Recording  •  Dumping  •  Replaying  •  Live Mode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0"/>
            <a:ext cx="109728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BD5E1"/>
                </a:solidFill>
                <a:latin typeface="Calibri"/>
              </a:defRPr>
            </a:pPr>
            <a:r>
              <a:t>Luiz Takahashi  &amp;  Ehzoc Chavez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B6D4"/>
                </a:solidFill>
                <a:latin typeface="Calibri"/>
              </a:defRPr>
            </a:pPr>
            <a:r>
              <a:t>github.com/balloonjazz/Pipe-Rewind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